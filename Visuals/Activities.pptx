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9" d="100"/>
          <a:sy n="49" d="100"/>
        </p:scale>
        <p:origin x="101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0D09B-CD52-701E-4209-C39BBDB67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0FE5E-9317-C2CC-755E-595B014E6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81CCA-A563-5889-276B-84065DE1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7747-BC40-4B0F-92BD-77B5D490756B}" type="datetimeFigureOut">
              <a:rPr lang="en-NL" smtClean="0"/>
              <a:t>11/11/2025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1E065-D34B-67E2-6780-C6D91191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CE5E6-6312-BEE6-81BA-976793A34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2F08-3817-4A4C-891C-0ECD2D10C13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9489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9F802-BF0C-0B5A-FECB-105E38ED5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372BF-C687-7D68-3C8F-441401EA8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21A47-50F2-FD51-A061-8D3DB7425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7747-BC40-4B0F-92BD-77B5D490756B}" type="datetimeFigureOut">
              <a:rPr lang="en-NL" smtClean="0"/>
              <a:t>11/11/2025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B42E9-7ACB-CA2B-63D4-0D25B2E7F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A1AFF-ABD4-700F-7508-015421D3C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2F08-3817-4A4C-891C-0ECD2D10C13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10691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FE26E-3DD8-2A3B-8714-7A368277D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D756F-110F-5CF4-F3BE-9FEBC3544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8AF52-BAE7-6040-01F9-79B8D234C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7747-BC40-4B0F-92BD-77B5D490756B}" type="datetimeFigureOut">
              <a:rPr lang="en-NL" smtClean="0"/>
              <a:t>11/11/2025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C2973-63F0-0846-9158-7A7D284D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43070-CBF5-FB1C-A544-CE10E8FBD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2F08-3817-4A4C-891C-0ECD2D10C13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83107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995F2-5D49-FEBB-2206-8A3565E84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7B507-CD7E-7690-FB2E-351659508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C3FCA-48E1-4B8D-C1BD-159D0520B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7DD51-8BCD-4B57-2196-0B89988F2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7747-BC40-4B0F-92BD-77B5D490756B}" type="datetimeFigureOut">
              <a:rPr lang="en-NL" smtClean="0"/>
              <a:t>11/11/2025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80BE7-DC4B-6028-21B6-46AA3E7FC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6E7D5-B97E-4C6A-F9F7-B18E0A5A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2F08-3817-4A4C-891C-0ECD2D10C13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4652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0AD1D-C8C7-579A-29E9-94517BB60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999B0-B0EE-40C0-B2B5-BF8CFD225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64888-189F-19A5-C850-8C3E6F204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CDB66-0C99-DB77-8D91-294994A6B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143AF9-7609-6E76-DBF2-7C63550A6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E96EC-C0CF-42C7-4B0C-972F11916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7747-BC40-4B0F-92BD-77B5D490756B}" type="datetimeFigureOut">
              <a:rPr lang="en-NL" smtClean="0"/>
              <a:t>11/11/2025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147D2-E217-74DA-EED5-2FC56295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A2D294-6E51-A96F-5211-4E25A98F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2F08-3817-4A4C-891C-0ECD2D10C13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5036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3BE0-F6F9-EC77-3E51-309AB7E06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ED7854-B3B6-859E-C5EC-D4C75E05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7747-BC40-4B0F-92BD-77B5D490756B}" type="datetimeFigureOut">
              <a:rPr lang="en-NL" smtClean="0"/>
              <a:t>11/11/2025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6E0F0-19C3-9720-A10E-6C454EEF5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62C2C-B7A9-456C-58CB-15944DD5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2F08-3817-4A4C-891C-0ECD2D10C13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4439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FF0B48-F83A-6962-3F07-272E1E0D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7747-BC40-4B0F-92BD-77B5D490756B}" type="datetimeFigureOut">
              <a:rPr lang="en-NL" smtClean="0"/>
              <a:t>11/11/2025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71B1F8-CB75-4A6A-23F1-C382AA11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1BD90-8324-4079-1CD4-CA1F62905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2F08-3817-4A4C-891C-0ECD2D10C13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9163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77292-0188-5D3D-C36B-4F0703F9D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5E141-63AF-D2E7-40EC-E80A10127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BC8DB-04C7-D37F-4A43-EE033B9D2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3A423-5094-E832-BC84-A0B359BA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7747-BC40-4B0F-92BD-77B5D490756B}" type="datetimeFigureOut">
              <a:rPr lang="en-NL" smtClean="0"/>
              <a:t>11/11/2025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7CDE6-AA74-34B5-0928-5BD1E140C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DA359-483E-1297-63E6-991BFFE4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2F08-3817-4A4C-891C-0ECD2D10C13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8533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E82B-7ED9-DA4B-9A52-4E014338C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94641-6AEC-97B2-039E-BC6E30739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368E7-80C7-8F96-61B3-36122E862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C862D-4B40-F5C2-70CA-E798E6F43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7747-BC40-4B0F-92BD-77B5D490756B}" type="datetimeFigureOut">
              <a:rPr lang="en-NL" smtClean="0"/>
              <a:t>11/11/2025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40B54-89BE-2389-9BC2-95F5F262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D40F8-7B8A-91EB-EEAE-25F380BB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2F08-3817-4A4C-891C-0ECD2D10C13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99273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8C352-ABB3-1A2C-73B7-FBA9A1263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B01C2-CDF2-F0F5-8F88-FDE867F9C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767C-37B6-AC26-9883-9FD0CD1AA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7747-BC40-4B0F-92BD-77B5D490756B}" type="datetimeFigureOut">
              <a:rPr lang="en-NL" smtClean="0"/>
              <a:t>11/11/2025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06551-CA22-1ADC-D8C1-D1885730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31234-C112-19AD-3909-3DFCCD097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2F08-3817-4A4C-891C-0ECD2D10C13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84410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CA9F5A-1220-F4E0-47A8-777947BA2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F0812-3E50-1B49-B52A-DE1E79FFE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D2FAC-4E30-76A4-D011-D771F2E09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7747-BC40-4B0F-92BD-77B5D490756B}" type="datetimeFigureOut">
              <a:rPr lang="en-NL" smtClean="0"/>
              <a:t>11/11/2025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28A2C-925C-39D4-6549-48AC56666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67C37-627D-69C4-EC29-5D38F87F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2F08-3817-4A4C-891C-0ECD2D10C13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04267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A20F62-8B0A-CAA5-9E98-9749E30E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3575C-7419-3468-E964-9F6FE2B45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23524-5CA3-AA4E-BE3A-E032FB368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A47747-BC40-4B0F-92BD-77B5D490756B}" type="datetimeFigureOut">
              <a:rPr lang="en-NL" smtClean="0"/>
              <a:t>11/11/2025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71F00-4854-32B0-82B5-88F9ADA7B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BB0E9-01D2-FDB7-173A-A15486E55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C2F08-3817-4A4C-891C-0ECD2D10C13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5243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colorful bars&#10;&#10;AI-generated content may be incorrect.">
            <a:extLst>
              <a:ext uri="{FF2B5EF4-FFF2-40B4-BE49-F238E27FC236}">
                <a16:creationId xmlns:a16="http://schemas.microsoft.com/office/drawing/2014/main" id="{C7D27011-11E4-22ED-4E34-14150A75D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091" y="3429000"/>
            <a:ext cx="7853198" cy="33592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543A30-08B9-3062-D878-362050AC7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091" y="339945"/>
            <a:ext cx="7853198" cy="335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756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aph with numbers and a red box&#10;&#10;AI-generated content may be incorrect.">
            <a:extLst>
              <a:ext uri="{FF2B5EF4-FFF2-40B4-BE49-F238E27FC236}">
                <a16:creationId xmlns:a16="http://schemas.microsoft.com/office/drawing/2014/main" id="{C3AD8DF3-B766-2EA2-24A4-D46D671B8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265" y="225267"/>
            <a:ext cx="7585468" cy="3242786"/>
          </a:xfrm>
          <a:prstGeom prst="rect">
            <a:avLst/>
          </a:prstGeom>
        </p:spPr>
      </p:pic>
      <p:pic>
        <p:nvPicPr>
          <p:cNvPr id="17" name="Picture 16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521F9DB6-472D-4E66-9A18-2A040C7D7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265" y="3389946"/>
            <a:ext cx="7585469" cy="324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72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169DD87-3EBE-44CA-9654-8AE0466B2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graph with colorful bars&#10;&#10;AI-generated content may be incorrect.">
            <a:extLst>
              <a:ext uri="{FF2B5EF4-FFF2-40B4-BE49-F238E27FC236}">
                <a16:creationId xmlns:a16="http://schemas.microsoft.com/office/drawing/2014/main" id="{52D96873-84AA-9196-6236-8800DCFBA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25" b="-2"/>
          <a:stretch>
            <a:fillRect/>
          </a:stretch>
        </p:blipFill>
        <p:spPr>
          <a:xfrm>
            <a:off x="192526" y="550518"/>
            <a:ext cx="5799477" cy="2783429"/>
          </a:xfrm>
          <a:prstGeom prst="rect">
            <a:avLst/>
          </a:prstGeom>
        </p:spPr>
      </p:pic>
      <p:pic>
        <p:nvPicPr>
          <p:cNvPr id="9" name="Picture 8" descr="A graph with colorful bars&#10;&#10;AI-generated content may be incorrect.">
            <a:extLst>
              <a:ext uri="{FF2B5EF4-FFF2-40B4-BE49-F238E27FC236}">
                <a16:creationId xmlns:a16="http://schemas.microsoft.com/office/drawing/2014/main" id="{B037BEC6-079C-8F5C-82BE-FF81AD1CAB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64" b="-2"/>
          <a:stretch>
            <a:fillRect/>
          </a:stretch>
        </p:blipFill>
        <p:spPr>
          <a:xfrm>
            <a:off x="6191622" y="550517"/>
            <a:ext cx="5796945" cy="2783429"/>
          </a:xfrm>
          <a:prstGeom prst="rect">
            <a:avLst/>
          </a:prstGeom>
        </p:spPr>
      </p:pic>
      <p:pic>
        <p:nvPicPr>
          <p:cNvPr id="5" name="Picture 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1D635ABF-1A0A-A921-A816-7D7CC248A9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20" b="-1"/>
          <a:stretch>
            <a:fillRect/>
          </a:stretch>
        </p:blipFill>
        <p:spPr>
          <a:xfrm>
            <a:off x="196714" y="3514856"/>
            <a:ext cx="5799477" cy="2792626"/>
          </a:xfrm>
          <a:prstGeom prst="rect">
            <a:avLst/>
          </a:prstGeom>
        </p:spPr>
      </p:pic>
      <p:pic>
        <p:nvPicPr>
          <p:cNvPr id="11" name="Picture 10" descr="A graph with colorful bars&#10;&#10;AI-generated content may be incorrect.">
            <a:extLst>
              <a:ext uri="{FF2B5EF4-FFF2-40B4-BE49-F238E27FC236}">
                <a16:creationId xmlns:a16="http://schemas.microsoft.com/office/drawing/2014/main" id="{FEB854FF-1EBB-7F16-146E-ED774BD9FC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59" b="-1"/>
          <a:stretch>
            <a:fillRect/>
          </a:stretch>
        </p:blipFill>
        <p:spPr>
          <a:xfrm>
            <a:off x="6195810" y="3514855"/>
            <a:ext cx="5796945" cy="279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5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2265BF15-E84F-F2C8-45A0-79178F806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353" y="4067503"/>
            <a:ext cx="6401293" cy="2738196"/>
          </a:xfrm>
          <a:prstGeom prst="rect">
            <a:avLst/>
          </a:prstGeom>
        </p:spPr>
      </p:pic>
      <p:pic>
        <p:nvPicPr>
          <p:cNvPr id="7" name="Picture 6" descr="A graph with blue and white bars&#10;&#10;AI-generated content may be incorrect.">
            <a:extLst>
              <a:ext uri="{FF2B5EF4-FFF2-40B4-BE49-F238E27FC236}">
                <a16:creationId xmlns:a16="http://schemas.microsoft.com/office/drawing/2014/main" id="{61E77260-DEE1-284E-0D5D-ADA4AE717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540" y="0"/>
            <a:ext cx="9508917" cy="406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91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the number of sharks&#10;&#10;AI-generated content may be incorrect.">
            <a:extLst>
              <a:ext uri="{FF2B5EF4-FFF2-40B4-BE49-F238E27FC236}">
                <a16:creationId xmlns:a16="http://schemas.microsoft.com/office/drawing/2014/main" id="{865DB288-AA55-6CFF-8596-C64A326EB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436" y="78492"/>
            <a:ext cx="7537888" cy="3224382"/>
          </a:xfrm>
          <a:prstGeom prst="rect">
            <a:avLst/>
          </a:prstGeom>
        </p:spPr>
      </p:pic>
      <p:pic>
        <p:nvPicPr>
          <p:cNvPr id="7" name="Picture 6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EF815894-2DA1-603D-46BB-459735A32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436" y="3507492"/>
            <a:ext cx="7537888" cy="322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1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Igumnova</dc:creator>
  <cp:lastModifiedBy>Anna Igumnova</cp:lastModifiedBy>
  <cp:revision>3</cp:revision>
  <dcterms:created xsi:type="dcterms:W3CDTF">2025-11-11T17:01:24Z</dcterms:created>
  <dcterms:modified xsi:type="dcterms:W3CDTF">2025-11-11T19:57:32Z</dcterms:modified>
</cp:coreProperties>
</file>